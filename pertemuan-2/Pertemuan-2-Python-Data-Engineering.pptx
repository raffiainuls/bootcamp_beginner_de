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640080"/>
            <a:ext cx="5212080" cy="5212080"/>
          </a:xfrm>
          <a:prstGeom prst="arc">
            <a:avLst/>
          </a:prstGeom>
          <a:solidFill>
            <a:srgbClr val="0B132B">
              <a:alpha val="0"/>
            </a:srgbClr>
          </a:solidFill>
          <a:ln w="25400">
            <a:solidFill>
              <a:srgbClr val="A3E635">
                <a:alpha val="5000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51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PERTEMUAN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54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untuk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2461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script sederhana menuju transformasi data yang siap dipakai pipeline.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475488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1E2B49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49194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 →  Python  →  Output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TUJUAN BELAJAR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akan kita kuasai?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ini membangun fondasi Python sebelum masuk ke data cleaning dan pipeline automation.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67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dasar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877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Variabel, tipe data, struktur data, kondisi, perulangan, dan function.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178040" y="2167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Baca data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258775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file CSV dan JSON dari sumber data sederhana.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151F38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931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904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&amp; NumPy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4325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Mengenal DataFrame, Series, array, dan inspeksi dataset.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703320"/>
            <a:ext cx="5074920" cy="1325880"/>
          </a:xfrm>
          <a:prstGeom prst="roundRect">
            <a:avLst>
              <a:gd name="adj" fmla="val 5517"/>
            </a:avLst>
          </a:prstGeom>
          <a:solidFill>
            <a:srgbClr val="151F38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39319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7178040" y="3904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3251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kolom, filter data, hitung rata-rata, dan simpan output.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 DASAR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di dalam data engineering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menjadi perekat antara sumber data, proses transformasi, dan output.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SUMBER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703320" y="3108960"/>
            <a:ext cx="731520" cy="384048"/>
          </a:xfrm>
          <a:prstGeom prst="chevron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28800"/>
            <a:ext cx="2926080" cy="3200400"/>
          </a:xfrm>
          <a:prstGeom prst="roundRect">
            <a:avLst>
              <a:gd name="adj" fmla="val 2500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2148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SCRIPT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74320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Baca data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Validasi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Transformasi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Automasi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818120" y="3108960"/>
            <a:ext cx="731520" cy="384048"/>
          </a:xfrm>
          <a:prstGeom prst="chevron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182880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151F38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0" y="269748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baru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DataFrame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DASAR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Blok bangunan sebuah script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 sederhana untuk pemula sebelum memakai Pandas dan NumPy.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Variabel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4505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 = "Andi"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jumlah = 150000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&amp; dict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45059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nama_pelanggan = []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transaksi = {}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Kondisi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43251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status == "paid":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print("sudah dibayar")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70332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3886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4325112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cek_transaksi(data):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"valid"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6235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mencatat transaksi sederhana dan mengecek statusnya sebelum diproses.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MEMBACA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dan JSON sebagai bahan mentah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Kenali bentuk data sebelum melakukan transformasi.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→ tabel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pd.read_csv("transaksi.csv")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print(data.head())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Periksa kolom, tipe data, dan jumlah baris.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828800"/>
            <a:ext cx="5212080" cy="3383280"/>
          </a:xfrm>
          <a:prstGeom prst="roundRect">
            <a:avLst>
              <a:gd name="adj" fmla="val 2162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→ objek bertingkat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97480"/>
            <a:ext cx="4526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</a:t>
            </a:r>
            <a:endParaRPr lang="en-US" sz="1500" dirty="0"/>
          </a:p>
          <a:p>
            <a:pPr algn="l" indent="0" marL="0">
              <a:buNone/>
            </a:pP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open("data.json") as file: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json.load(file)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434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Perhatikan struktur key dan value.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dan NumPy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Gunakan alat yang tepat untuk bentuk pekerjaan yang tepat.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DataFrame untuk data tabular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Series untuk satu kolom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Filter, rename, sort, dan agregasi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Input/output CSV dan JSON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data.head()   |   data.info()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3429000"/>
          </a:xfrm>
          <a:prstGeom prst="roundRect">
            <a:avLst>
              <a:gd name="adj" fmla="val 2133"/>
            </a:avLst>
          </a:prstGeom>
          <a:solidFill>
            <a:srgbClr val="151F38"/>
          </a:solidFill>
          <a:ln w="1524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743200"/>
            <a:ext cx="4389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Array numerik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Operasi matematis efisien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Fondasi untuk banyak library data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Membantu perhitungan skala besar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4709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np.sum(array)   |   np.mean(array)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EKSPLORASI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Kenali dataset sebelum mengubahnya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Inspeksi awal membantu kita memahami bentuk dan kualitas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937760" cy="3474720"/>
          </a:xfrm>
          <a:prstGeom prst="roundRect">
            <a:avLst>
              <a:gd name="adj" fmla="val 2105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Perintah inspeksi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data.head()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data.info()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data.describe()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data.columns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data.shape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080760" y="182880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151F38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5508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Pertanyaan awal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274320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Kolom apa saja yang tersedia?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Berapa banyak baris data?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Tipe data sudah sesuai?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Nilai numerik dapat dihitung?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data mentah menjadi data siap pakai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 sesi ini berfokus pada transformasi sederhana.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2441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154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→ total_transaksi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127248" y="2999232"/>
            <a:ext cx="256032" cy="384048"/>
          </a:xfrm>
          <a:prstGeom prst="chevron">
            <a:avLst/>
          </a:prstGeom>
          <a:solidFill>
            <a:srgbClr val="B8C4D9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214884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4142232" y="2441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154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total_transaksi &gt; 100000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16168" y="2999232"/>
            <a:ext cx="256032" cy="384048"/>
          </a:xfrm>
          <a:prstGeom prst="chevron">
            <a:avLst/>
          </a:prstGeom>
          <a:solidFill>
            <a:srgbClr val="B8C4D9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214884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151F38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6931152" y="2441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Hitung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154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mean() untuk rata-rata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05088" y="2999232"/>
            <a:ext cx="256032" cy="384048"/>
          </a:xfrm>
          <a:prstGeom prst="chevron">
            <a:avLst/>
          </a:prstGeom>
          <a:solidFill>
            <a:srgbClr val="B8C4D9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06840" y="2148840"/>
            <a:ext cx="2423160" cy="2103120"/>
          </a:xfrm>
          <a:prstGeom prst="roundRect">
            <a:avLst>
              <a:gd name="adj" fmla="val 3478"/>
            </a:avLst>
          </a:prstGeom>
          <a:solidFill>
            <a:srgbClr val="151F38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89720" y="2395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9720072" y="24414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154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to_csv(..., index=False)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akhirnya adalah file baru yang siap digunakan oleh proses berikutnya.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FILE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`.ipynb` vs `.py`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Keduanya dapat berisi Python, tetapi cara pakai dan tujuan utamanya berbeda.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.ipynb — Jupyter Notebook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74320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Kode dibagi menjadi cell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 terlihat langsung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Mendukung markdown, tabel, dan visualisasi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Cocok untuk eksplorasi dan belajar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257800" cy="3474720"/>
          </a:xfrm>
          <a:prstGeom prst="roundRect">
            <a:avLst>
              <a:gd name="adj" fmla="val 2105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.py — Python Script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74320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Kode dijalankan sebagai script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 ke terminal atau file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Mudah dijadwalkan dan diulang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Cocok untuk ETL dan production workflow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PRAKTIK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 workflow yang akan dibuat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 latihan kecil untuk menghubungkan seluruh konsep.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CSV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transaksi.csv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87168" y="2907792"/>
            <a:ext cx="219456" cy="384048"/>
          </a:xfrm>
          <a:prstGeom prst="chevron">
            <a:avLst/>
          </a:prstGeom>
          <a:solidFill>
            <a:srgbClr val="B8C4D9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70632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07792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pd.read_csv()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46320" y="2907792"/>
            <a:ext cx="219456" cy="384048"/>
          </a:xfrm>
          <a:prstGeom prst="chevron">
            <a:avLst/>
          </a:prstGeom>
          <a:solidFill>
            <a:srgbClr val="B8C4D9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9784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66944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266944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/ info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05472" y="2907792"/>
            <a:ext cx="219456" cy="384048"/>
          </a:xfrm>
          <a:prstGeom prst="chevron">
            <a:avLst/>
          </a:prstGeom>
          <a:solidFill>
            <a:srgbClr val="B8C4D9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8936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26096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626096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 / filter / mean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564624" y="2907792"/>
            <a:ext cx="219456" cy="384048"/>
          </a:xfrm>
          <a:prstGeom prst="chevron">
            <a:avLst/>
          </a:prstGeom>
          <a:solidFill>
            <a:srgbClr val="B8C4D9"/>
          </a:solidFill>
          <a:ln w="12700">
            <a:solidFill>
              <a:srgbClr val="B8C4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48088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151F38"/>
          </a:solidFill>
          <a:ln w="1524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85248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985248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7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transaksi_terfilter.csv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" y="46634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dapat digunakan sebagai input untuk pembelajaran data cleaning pada pertemuan berikutnya.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4114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1323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Latihan transformasi dataset CSV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80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Kerjakan dengan Python dan dokumentasikan prosesnya.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6583680" cy="3520440"/>
          </a:xfrm>
          <a:prstGeom prst="roundRect">
            <a:avLst>
              <a:gd name="adj" fmla="val 2078"/>
            </a:avLst>
          </a:prstGeom>
          <a:solidFill>
            <a:srgbClr val="151F38"/>
          </a:solidFill>
          <a:ln w="15240">
            <a:solidFill>
              <a:srgbClr val="A3E6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A3E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tugas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4320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Baca dataset CSV sederhana.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Rename minimal satu kolom.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 data berdasarkan kondisi.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Hitung rata-rata kolom numerik.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Simpan hasil sebagai CSV baru.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35240" y="1828800"/>
            <a:ext cx="3840480" cy="3520440"/>
          </a:xfrm>
          <a:prstGeom prst="roundRect">
            <a:avLst>
              <a:gd name="adj" fmla="val 2078"/>
            </a:avLst>
          </a:prstGeom>
          <a:solidFill>
            <a:srgbClr val="151F38"/>
          </a:solidFill>
          <a:ln w="15240">
            <a:solidFill>
              <a:srgbClr val="FACC1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95528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7955280" y="274320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Notebook atau script Python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Dataset input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File hasil transformasi</a:t>
            </a:r>
            <a:endParaRPr lang="en-US" sz="1700" dirty="0"/>
          </a:p>
          <a:p>
            <a:pPr algn="l" indent="0" marL="0">
              <a:buNone/>
            </a:pP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7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Catatan singkat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6446520"/>
            <a:ext cx="10972800" cy="0"/>
          </a:xfrm>
          <a:prstGeom prst="line">
            <a:avLst/>
          </a:prstGeom>
          <a:noFill/>
          <a:ln w="12700">
            <a:solidFill>
              <a:srgbClr val="3341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65288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BOOTCAMP DATA ENGINEER PEMULA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064240" y="65288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B8C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Bootcamp Data Engineer Pemula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2 — Python untuk Data Engineering</dc:title>
  <dc:subject>Python untuk Data Engineering</dc:subject>
  <dc:creator>Bootcamp Data Engineer Pemula</dc:creator>
  <cp:lastModifiedBy>Bootcamp Data Engineer Pemula</cp:lastModifiedBy>
  <cp:revision>1</cp:revision>
  <dcterms:created xsi:type="dcterms:W3CDTF">2026-10-10T06:35:09Z</dcterms:created>
  <dcterms:modified xsi:type="dcterms:W3CDTF">2026-10-10T06:35:09Z</dcterms:modified>
</cp:coreProperties>
</file>