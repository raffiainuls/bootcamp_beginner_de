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 materi: pertemuan-5/README.md
Pembukaan kelas dan tujuan umum pertemuan.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 materi: pertemuan-5/README.md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 materi: pertemuan-5/README.md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 materi: pertemuan-5/README.md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 materi: pertemuan-5/README.md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 materi: pertemuan-5/README.md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 materi: pertemuan-5/README.md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 materi: pertemuan-5/README.md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 materi: pertemuan-5/README.md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 materi: pertemuan-5/README.md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 materi: pertemuan-5/README.md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 materi: pertemuan-5/README.md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 materi: pertemuan-5/README.md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 materi: pertemuan-5/README.md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 materi: pertemuan-5/README.md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 materi: pertemuan-5/README.md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 materi: pertemuan-5/README.md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 materi: pertemuan-5/README.md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 materi: pertemuan-5/README.md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 materi: pertemuan-5/README.md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 materi: pertemuan-5/README.md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 materi: pertemuan-5/README.md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 materi: pertemuan-5/README.md
Gunakan slide ini untuk menjelaskan tugas dan menutup sesi.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7772400" y="-822960"/>
            <a:ext cx="5120640" cy="5120640"/>
          </a:xfrm>
          <a:prstGeom prst="arc">
            <a:avLst/>
          </a:prstGeom>
          <a:solidFill>
            <a:srgbClr val="00A6A6">
              <a:alpha val="82000"/>
            </a:srgbClr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8686800" y="2651760"/>
            <a:ext cx="4023360" cy="4023360"/>
          </a:xfrm>
          <a:prstGeom prst="arc">
            <a:avLst/>
          </a:prstGeom>
          <a:solidFill>
            <a:srgbClr val="FF6B5E">
              <a:alpha val="92000"/>
            </a:srgbClr>
          </a:solidFill>
          <a:ln w="12700">
            <a:solidFill>
              <a:srgbClr val="FF6B5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676656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BOOTCAMP DATA ENGINEERING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41732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A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Pertemuan 5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1993392"/>
            <a:ext cx="6949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sederhana dengan Python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 transformasi dbt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82219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5DA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ke ClickHouse untuk pemula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6053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Nusacodes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109960" y="64282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AFC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Hasil belajar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969264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Kemampuan yang diharapkan setelah praktik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11109960" y="64282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150876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50876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Memahami alur ELT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572000" y="150876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Membedakan Extract, Load, dan Transform pada pipeline latihan.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65176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1508760" y="265176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Memuat data dengan Python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265176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Mengambil data PostgreSQL dan menyimpannya ke staging ClickHouse.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79476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1508760" y="379476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Mengelola banyak tabel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379476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Menambah tabel melalui config.yml dan file schema tanpa mengubah kode Python.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493776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1508760" y="493776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Mentransformasi dengan dbt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0" y="493776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Membuat source, staging model, datamart, dan data test.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Arsitektur pipeline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969264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data dari sistem operasional sampai datamart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11109960" y="64282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58368" y="187452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1248" y="2020824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241401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bootcamp.orders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bootcamp.entities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999232" y="2249424"/>
            <a:ext cx="530352" cy="384048"/>
          </a:xfrm>
          <a:prstGeom prst="chevron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85032" y="187452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867912" y="2020824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3867912" y="241401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+ Load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refresh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852160" y="2249424"/>
            <a:ext cx="530352" cy="384048"/>
          </a:xfrm>
          <a:prstGeom prst="chevron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37960" y="1874520"/>
            <a:ext cx="2240280" cy="1143000"/>
          </a:xfrm>
          <a:prstGeom prst="roundRect">
            <a:avLst>
              <a:gd name="adj" fmla="val 6400"/>
            </a:avLst>
          </a:prstGeom>
          <a:solidFill>
            <a:srgbClr val="16293B"/>
          </a:solidFill>
          <a:ln w="12700">
            <a:solidFill>
              <a:srgbClr val="16293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720840" y="202082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ClickHouse raw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6720840" y="241401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staging.raw_orders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staging.raw_entities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979408" y="2249424"/>
            <a:ext cx="530352" cy="384048"/>
          </a:xfrm>
          <a:prstGeom prst="chevron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656064" y="187452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838944" y="2020824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dbt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9838944" y="241401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stg_orders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mart_daily_orders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1143000" y="397764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menangani perpindahan data. dbt menangani transformasi di dalam warehouse.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dan ELT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969264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Urutan transformasi menentukan pola pipeline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11109960" y="64282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731520" y="1508760"/>
            <a:ext cx="5074920" cy="4251960"/>
          </a:xfrm>
          <a:prstGeom prst="roundRect">
            <a:avLst/>
          </a:prstGeom>
          <a:solidFill>
            <a:srgbClr val="F3F6F7"/>
          </a:solidFill>
          <a:ln w="12700">
            <a:solidFill>
              <a:srgbClr val="C9D9D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382512" y="1508760"/>
            <a:ext cx="5074920" cy="4251960"/>
          </a:xfrm>
          <a:prstGeom prst="roundRect">
            <a:avLst/>
          </a:prstGeom>
          <a:solidFill>
            <a:srgbClr val="EAF7F7"/>
          </a:solidFill>
          <a:ln w="12700">
            <a:solidFill>
              <a:srgbClr val="A6D9D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97280" y="1810512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239572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 →  Transform  →  Load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3063240"/>
            <a:ext cx="4069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9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Transformasi terjadi sebelum data masuk target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9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Cocok saat target hanya menerima data yang sudah bersih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748272" y="1810512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ELT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6748272" y="239572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 →  Load  →  Transform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6748272" y="3063240"/>
            <a:ext cx="4069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9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raw masuk lebih dahulu ke warehouse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9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dbt menjalankan transformasi setelah proses load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784848" y="5029200"/>
            <a:ext cx="2880360" cy="347472"/>
          </a:xfrm>
          <a:prstGeom prst="roundRect">
            <a:avLst>
              <a:gd name="adj" fmla="val 21053"/>
            </a:avLst>
          </a:prstGeom>
          <a:solidFill>
            <a:srgbClr val="FF6B5E"/>
          </a:solidFill>
          <a:ln w="12700">
            <a:solidFill>
              <a:srgbClr val="FF6B5E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784848" y="503834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YANG DIPAKAI DI PERTEMUAN 5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Persiapan lingkungan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969264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 instalasi untuk materi Pertemuan 1–5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11109960" y="64282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713232" y="1508760"/>
            <a:ext cx="6629400" cy="2971800"/>
          </a:xfrm>
          <a:prstGeom prst="roundRect">
            <a:avLst>
              <a:gd name="adj" fmla="val 1231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32688" y="1673352"/>
            <a:ext cx="6190488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venv .venv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.venv/bin/activate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pip install -r requirements.txt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pertemuan-5/.env.example pertemuan-5/.env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818120" y="157276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Komponen yang perlu aktif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818120" y="2148840"/>
            <a:ext cx="3429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9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Desktop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9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pada port 5433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9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ClickHouse pada port 8123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9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environment Python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48920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.env menyimpan host, port, user, dan password database latihan.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 dan target data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969264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logistik kesehatan dari Pertemuan 4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11109960" y="64282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822960" y="1600200"/>
            <a:ext cx="2834640" cy="1143000"/>
          </a:xfrm>
          <a:prstGeom prst="roundRect">
            <a:avLst>
              <a:gd name="adj" fmla="val 64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05840" y="174650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bootcamp.orders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213969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2.020 baris pada data latihan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22960" y="3840480"/>
            <a:ext cx="2834640" cy="1143000"/>
          </a:xfrm>
          <a:prstGeom prst="roundRect">
            <a:avLst>
              <a:gd name="adj" fmla="val 6400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05840" y="398678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staging.raw_orders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43799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 raw untuk order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965960" y="3063240"/>
            <a:ext cx="502920" cy="384048"/>
          </a:xfrm>
          <a:prstGeom prst="chevron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63440" y="1600200"/>
            <a:ext cx="2834640" cy="1143000"/>
          </a:xfrm>
          <a:prstGeom prst="roundRect">
            <a:avLst>
              <a:gd name="adj" fmla="val 64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46320" y="174650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bootcamp.entities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213969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 baris pada data latihan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663440" y="3840480"/>
            <a:ext cx="2834640" cy="1143000"/>
          </a:xfrm>
          <a:prstGeom prst="roundRect">
            <a:avLst>
              <a:gd name="adj" fmla="val 6400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46320" y="398678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staging.raw_entities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4846320" y="43799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 raw untuk entitas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806440" y="3063240"/>
            <a:ext cx="502920" cy="384048"/>
          </a:xfrm>
          <a:prstGeom prst="chevron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321040" y="201168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 baris config menghubungkan sumber, kolom, target, dan file schema.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 1: script pemula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969264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Kode berjalan lurus dari atas ke bawah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11109960" y="64282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777240" y="1508760"/>
            <a:ext cx="502920" cy="502920"/>
          </a:xfrm>
          <a:prstGeom prst="ellipse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508760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490472" y="1490472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PostgreSQL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490472" y="1792224"/>
            <a:ext cx="4315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Host, port, user, dan password ditulis langsung di script.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77240" y="2560320"/>
            <a:ext cx="502920" cy="502920"/>
          </a:xfrm>
          <a:prstGeom prst="ellipse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2560320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1490472" y="2542032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orders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1490472" y="2843784"/>
            <a:ext cx="4315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SELECT mengambil kolom yang diperlukan dari bootcamp.orders.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77240" y="3611880"/>
            <a:ext cx="502920" cy="502920"/>
          </a:xfrm>
          <a:prstGeom prst="ellipse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3611880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1490472" y="3593592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ClickHouse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1490472" y="3895344"/>
            <a:ext cx="4315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Koneksi target juga memakai nilai hardcoded untuk latihan pertama.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777240" y="4663440"/>
            <a:ext cx="502920" cy="502920"/>
          </a:xfrm>
          <a:prstGeom prst="ellipse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4663440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1490472" y="4645152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Create, truncate, load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1490472" y="4946904"/>
            <a:ext cx="4315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membuat tabel, mengosongkan data lama, lalu mengisi data terbaru.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6583680" y="1874520"/>
            <a:ext cx="4160520" cy="1280160"/>
          </a:xfrm>
          <a:prstGeom prst="roundRect">
            <a:avLst>
              <a:gd name="adj" fmla="val 285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03136" y="2039112"/>
            <a:ext cx="37216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pertemuan-5/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etl_orders_beginner.py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6583680" y="3703320"/>
            <a:ext cx="4160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 versi ini: peserta melihat urutan proses tanpa function, YAML, atau environment variable.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Kode inti versi pemula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969264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dan DDL terlihat langsung di satu file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11109960" y="64282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85800" y="1417320"/>
            <a:ext cx="5440680" cy="3520440"/>
          </a:xfrm>
          <a:prstGeom prst="roundRect">
            <a:avLst>
              <a:gd name="adj" fmla="val 1039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05256" y="1581912"/>
            <a:ext cx="5001768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= """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id, no_document, customer_id,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vendor_id, total_order_items, created_at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bootcamp.orders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 BY id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orders_df = pd.read_sql_query(query, connection)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355080" y="1417320"/>
            <a:ext cx="5138928" cy="3520440"/>
          </a:xfrm>
          <a:prstGeom prst="roundRect">
            <a:avLst>
              <a:gd name="adj" fmla="val 1039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74536" y="1581912"/>
            <a:ext cx="4700016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clickhouse_client.command("""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 TABLE IF NOT EXISTS staging.raw_orders (...)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ENGINE = MergeTree ORDER BY id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""")</a:t>
            </a:r>
            <a:endParaRPr lang="en-US" sz="1220" dirty="0"/>
          </a:p>
          <a:p>
            <a:pPr algn="l" indent="0" marL="0">
              <a:buNone/>
            </a:pP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clickhouse_client.command(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"TRUNCATE TABLE staging.raw_orders"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clickhouse_client.insert_df("staging.raw_orders", orders_df)</a:t>
            </a:r>
            <a:endParaRPr lang="en-US" sz="1220" dirty="0"/>
          </a:p>
        </p:txBody>
      </p:sp>
      <p:sp>
        <p:nvSpPr>
          <p:cNvPr id="10" name="Text 7"/>
          <p:cNvSpPr txBox="1"/>
          <p:nvPr/>
        </p:nvSpPr>
        <p:spPr>
          <a:xfrm>
            <a:off x="2606040" y="52578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8229600" y="52578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 full refresh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969264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Setiap eksekusi mengganti seluruh isi tabel raw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11109960" y="64282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868680" y="196596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51560" y="211226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Extract semua data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250545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tanpa filter incremental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822192" y="2331720"/>
            <a:ext cx="530352" cy="384048"/>
          </a:xfrm>
          <a:prstGeom prst="chevron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26280" y="196596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709160" y="211226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TRUNCATE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4709160" y="250545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Kosongkan tabel target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479792" y="2331720"/>
            <a:ext cx="530352" cy="384048"/>
          </a:xfrm>
          <a:prstGeom prst="chevron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183880" y="196596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66760" y="211226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Load ulang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8366760" y="250545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seluruh DataFrame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1234440" y="4160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9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Kelebihan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234440" y="4572000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Sederhana dan mencegah duplikasi pada latihan.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446520" y="4160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Batasan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6446520" y="4572000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Semakin mahal ketika ukuran tabel semakin besar.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 2: pipeline configurable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969264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Kode, koneksi, konfigurasi, dan DDL dipisahkan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11109960" y="64282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85800" y="1828800"/>
            <a:ext cx="2240280" cy="2331720"/>
          </a:xfrm>
          <a:prstGeom prst="roundRect">
            <a:avLst/>
          </a:prstGeom>
          <a:solidFill>
            <a:srgbClr val="F3F6F7"/>
          </a:solidFill>
          <a:ln w="12700">
            <a:solidFill>
              <a:srgbClr val="C9D9D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214884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.env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28803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Kredensial dan alamat database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3337560" y="1828800"/>
            <a:ext cx="2240280" cy="2331720"/>
          </a:xfrm>
          <a:prstGeom prst="roundRect">
            <a:avLst/>
          </a:prstGeom>
          <a:solidFill>
            <a:srgbClr val="EAF7F7"/>
          </a:solidFill>
          <a:ln w="12700">
            <a:solidFill>
              <a:srgbClr val="C9D9D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20440" y="214884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config.yml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3611880" y="28803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Daftar tabel, kolom, dan target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989320" y="1828800"/>
            <a:ext cx="2240280" cy="2331720"/>
          </a:xfrm>
          <a:prstGeom prst="roundRect">
            <a:avLst/>
          </a:prstGeom>
          <a:solidFill>
            <a:srgbClr val="F3F6F7"/>
          </a:solidFill>
          <a:ln w="12700">
            <a:solidFill>
              <a:srgbClr val="C9D9D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172200" y="214884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schema/*.sql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6263640" y="28803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DDL ClickHouse per tabel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8641080" y="1828800"/>
            <a:ext cx="2240280" cy="2331720"/>
          </a:xfrm>
          <a:prstGeom prst="roundRect">
            <a:avLst/>
          </a:prstGeom>
          <a:solidFill>
            <a:srgbClr val="EAF7F7"/>
          </a:solidFill>
          <a:ln w="12700">
            <a:solidFill>
              <a:srgbClr val="C9D9D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823960" y="214884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etl_orders.py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8915400" y="28803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dan loop pipeline</a:t>
            </a:r>
            <a:endParaRPr lang="en-US" sz="1450" dirty="0"/>
          </a:p>
        </p:txBody>
      </p:sp>
      <p:sp>
        <p:nvSpPr>
          <p:cNvPr id="18" name="Text 15"/>
          <p:cNvSpPr txBox="1"/>
          <p:nvPr/>
        </p:nvSpPr>
        <p:spPr>
          <a:xfrm>
            <a:off x="1920240" y="48920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Menambah tabel tidak memerlukan perubahan kode Python.</a:t>
            </a:r>
            <a:endParaRPr lang="en-US" sz="2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Konfigurasi banyak tabel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969264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Setiap item di tables diproses dalam satu loop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11109960" y="64282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40080" y="1298448"/>
            <a:ext cx="6766560" cy="5074920"/>
          </a:xfrm>
          <a:prstGeom prst="roundRect">
            <a:avLst>
              <a:gd name="adj" fmla="val 721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59536" y="1463040"/>
            <a:ext cx="6327648" cy="4745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tables: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source_table: bootcamp.orders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columns: [id, no_document, customer_id, created_at]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order_by: id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target_database: staging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target_table: raw_orders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schema_file: schema/clickhouse_raw_orders.sql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source_table: bootcamp.entities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columns: [id, code, name, entity_type_id]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order_by: id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target_database: staging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target_table: raw_entities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schema_file: schema/clickhouse_raw_entities.sql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7955280" y="1600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 item config menentukan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2240280"/>
            <a:ext cx="32461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9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 sumber PostgreSQL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9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Kolom yang diekstrak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9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Urutan data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9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Nama database dan tabel target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9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DDL ClickHouse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Menambah tabel baru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969264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Perubahan cukup dilakukan pada config dan schema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11109960" y="64282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822960" y="1554480"/>
            <a:ext cx="502920" cy="502920"/>
          </a:xfrm>
          <a:prstGeom prst="ellipse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554480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536192" y="1536192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Tambahkan item di config.yml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536192" y="1837944"/>
            <a:ext cx="4498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Tentukan source_table, columns, order_by, dan target.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22960" y="2788920"/>
            <a:ext cx="502920" cy="502920"/>
          </a:xfrm>
          <a:prstGeom prst="ellipse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2788920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1536192" y="2770632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Buat file DDL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1536192" y="3072384"/>
            <a:ext cx="4498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Simpan CREATE DATABASE dan CREATE TABLE di folder schema.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822960" y="4023360"/>
            <a:ext cx="502920" cy="502920"/>
          </a:xfrm>
          <a:prstGeom prst="ellipse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4023360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1536192" y="4005072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Jalankan pipeline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1536192" y="4306824"/>
            <a:ext cx="4498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otomatis memproses setiap item di bagian tables.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629400" y="1737360"/>
            <a:ext cx="4663440" cy="3383280"/>
          </a:xfrm>
          <a:prstGeom prst="roundRect">
            <a:avLst>
              <a:gd name="adj" fmla="val 1081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48856" y="1901952"/>
            <a:ext cx="4224528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pertemuan-5/etl_orders.py</a:t>
            </a:r>
            <a:endParaRPr lang="en-US" sz="1320" dirty="0"/>
          </a:p>
          <a:p>
            <a:pPr algn="l" indent="0" marL="0">
              <a:buNone/>
            </a:pP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 selesai: bootcamp.orders (2020 baris)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selesai: staging.raw_orders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 selesai: bootcamp.entities (142 baris)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selesai: staging.raw_entities</a:t>
            </a:r>
            <a:endParaRPr lang="en-US" sz="13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Peran dbt dalam pipeline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969264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Transformasi berlangsung setelah data raw masuk ClickHouse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11109960" y="64282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777240" y="196596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0120" y="211226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250545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staging.raw_orders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749040" y="2331720"/>
            <a:ext cx="530352" cy="384048"/>
          </a:xfrm>
          <a:prstGeom prst="chevron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80560" y="196596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63440" y="211226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 model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4663440" y="250545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staging.stg_orders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rename + tipe tanggal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452360" y="2331720"/>
            <a:ext cx="530352" cy="384048"/>
          </a:xfrm>
          <a:prstGeom prst="chevron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183880" y="1965960"/>
            <a:ext cx="2971800" cy="1143000"/>
          </a:xfrm>
          <a:prstGeom prst="roundRect">
            <a:avLst>
              <a:gd name="adj" fmla="val 6400"/>
            </a:avLst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66760" y="211226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 model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8366760" y="250545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datamart.mart_daily_orders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agregasi per hari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1508760" y="40690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source()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5166360" y="40690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ref()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2834640" y="48920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dbt menyusun urutan model dari dependensi tersebut.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Inisialisasi project dbt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969264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dbt init digunakan satu kali saat membuat project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11109960" y="64282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777240" y="1554480"/>
            <a:ext cx="5212080" cy="2103120"/>
          </a:xfrm>
          <a:prstGeom prst="roundRect">
            <a:avLst>
              <a:gd name="adj" fmla="val 1739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96696" y="1719072"/>
            <a:ext cx="477316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-p latihan-dbt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latihan-dbt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dbt init dbt_clickhouse_project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583680" y="1600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repository ini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6583680" y="2240280"/>
            <a:ext cx="42062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9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sudah tersedia di pertemuan-5/dbt_project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9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Jangan menjalankan dbt init lagi di folder tersebut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9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Gunakan file yang sudah disiapkan sebagai hasil inisialisasi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470916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dbt init membuat kerangka project. Konfigurasi ClickHouse tetap perlu dilengkapi.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yang perlu dibuat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969264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 minimal project dbt pada latihan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11109960" y="64282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777240" y="1417320"/>
            <a:ext cx="4937760" cy="4343400"/>
          </a:xfrm>
          <a:prstGeom prst="roundRect">
            <a:avLst>
              <a:gd name="adj" fmla="val 842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96696" y="1581912"/>
            <a:ext cx="4498848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dbt_project/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dbt_project.yml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profiles.yml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macros/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generate_schema_name.sql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models/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sources.yml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stg_orders.sql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mart_daily_orders.sql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46520" y="16916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Dibuat otomatis oleh dbt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446520" y="233172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9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target/ berisi hasil compile dan manifest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9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logs/ berisi log eksekusi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9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Keduanya tidak perlu di-commit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46520" y="470916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46520" y="471830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FILES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46817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Semua file di sisi kiri disimpan di repository.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dan koneksi dbt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969264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dbt_project.yml menunjuk profile yang sama namanya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11109960" y="64282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58368" y="1417320"/>
            <a:ext cx="5257800" cy="2971800"/>
          </a:xfrm>
          <a:prstGeom prst="roundRect">
            <a:avLst>
              <a:gd name="adj" fmla="val 1231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7824" y="1581912"/>
            <a:ext cx="4818888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dbt_clickhouse_project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version: '1.0.0'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config-version: 2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profile: dbt_clickhouse_project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model-paths: [models]</a:t>
            </a:r>
            <a:endParaRPr lang="en-US" sz="1420" dirty="0"/>
          </a:p>
        </p:txBody>
      </p:sp>
      <p:sp>
        <p:nvSpPr>
          <p:cNvPr id="8" name="Shape 5"/>
          <p:cNvSpPr/>
          <p:nvPr/>
        </p:nvSpPr>
        <p:spPr>
          <a:xfrm>
            <a:off x="6199632" y="1417320"/>
            <a:ext cx="5321808" cy="3520440"/>
          </a:xfrm>
          <a:prstGeom prst="roundRect">
            <a:avLst>
              <a:gd name="adj" fmla="val 1039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19088" y="1581912"/>
            <a:ext cx="4882896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dbt_clickhouse_project: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target: dev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outputs: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dev: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type: clickhouse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schema: default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host: localhost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port: 8123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user: clickhousedev</a:t>
            </a:r>
            <a:endParaRPr lang="en-US" sz="1320" dirty="0"/>
          </a:p>
        </p:txBody>
      </p:sp>
      <p:sp>
        <p:nvSpPr>
          <p:cNvPr id="10" name="Text 7"/>
          <p:cNvSpPr txBox="1"/>
          <p:nvPr/>
        </p:nvSpPr>
        <p:spPr>
          <a:xfrm>
            <a:off x="2011680" y="47365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dbt_project.yml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726680" y="52852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profiles.yml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dan data test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969264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sources.yml menghubungkan dbt dengan tabel raw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11109960" y="64282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731520" y="1371600"/>
            <a:ext cx="5394960" cy="4389120"/>
          </a:xfrm>
          <a:prstGeom prst="roundRect">
            <a:avLst>
              <a:gd name="adj" fmla="val 833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1536192"/>
            <a:ext cx="4956048" cy="405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version: 2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staging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schema: staging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tables: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raw_orders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columns: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- name: id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tests: [unique, not_null]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812280" y="16916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yang diperiksa?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812280" y="2423160"/>
            <a:ext cx="502920" cy="502920"/>
          </a:xfrm>
          <a:prstGeom prst="ellipse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12280" y="2423160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7525512" y="2404872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not_null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7525512" y="2706624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ada order dengan id kosong.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812280" y="3794760"/>
            <a:ext cx="502920" cy="502920"/>
          </a:xfrm>
          <a:prstGeom prst="ellipse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12280" y="3794760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7525512" y="3776472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7525512" y="4078224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ada id order yang muncul lebih dari sekali.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staging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969264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untuk merapikan struktur data raw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11109960" y="64282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713232" y="1353312"/>
            <a:ext cx="6126480" cy="4526280"/>
          </a:xfrm>
          <a:prstGeom prst="roundRect">
            <a:avLst>
              <a:gd name="adj" fmla="val 808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32688" y="1517904"/>
            <a:ext cx="5687568" cy="4197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config(materialized='view', schema='staging') }}</a:t>
            </a:r>
            <a:endParaRPr lang="en-US" sz="1320" dirty="0"/>
          </a:p>
          <a:p>
            <a:pPr algn="l" indent="0" marL="0">
              <a:buNone/>
            </a:pP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 AS order_id,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no_document,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customer_id,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vendor_id,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total_order_items,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toDate(created_at) AS order_date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{{ source('staging', 'raw_orders') }}</a:t>
            </a:r>
            <a:endParaRPr lang="en-US" sz="1320" dirty="0"/>
          </a:p>
        </p:txBody>
      </p:sp>
      <p:sp>
        <p:nvSpPr>
          <p:cNvPr id="8" name="Text 5"/>
          <p:cNvSpPr txBox="1"/>
          <p:nvPr/>
        </p:nvSpPr>
        <p:spPr>
          <a:xfrm>
            <a:off x="7543800" y="1691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Hasil model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543800" y="2423160"/>
            <a:ext cx="3291840" cy="1143000"/>
          </a:xfrm>
          <a:prstGeom prst="roundRect">
            <a:avLst>
              <a:gd name="adj" fmla="val 6400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26680" y="25694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staging.stg_orders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7726680" y="296265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siap dipakai model lain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7543800" y="4069080"/>
            <a:ext cx="3383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9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diubah menjadi order_id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9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created_at diubah menjadi order_date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9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Kolom penting dipilih untuk analitik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datamart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969264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Agregasi order per tanggal untuk kebutuhan analitik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11109960" y="64282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85800" y="1307592"/>
            <a:ext cx="6217920" cy="4663440"/>
          </a:xfrm>
          <a:prstGeom prst="roundRect">
            <a:avLst>
              <a:gd name="adj" fmla="val 784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05256" y="1472184"/>
            <a:ext cx="5779008" cy="43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config(materialized='table', schema='datamart') }}</a:t>
            </a:r>
            <a:endParaRPr lang="en-US" sz="1280" dirty="0"/>
          </a:p>
          <a:p>
            <a:pPr algn="l" indent="0" marL="0">
              <a:buNone/>
            </a:pP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order_date,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count() AS total_orders,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sum(total_order_items) AS total_items_ordered,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uniqExact(customer_id) AS unique_customers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{{ ref('stg_orders') }}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order_date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order_date</a:t>
            </a:r>
            <a:endParaRPr lang="en-US" sz="1280" dirty="0"/>
          </a:p>
        </p:txBody>
      </p:sp>
      <p:sp>
        <p:nvSpPr>
          <p:cNvPr id="8" name="Text 5"/>
          <p:cNvSpPr txBox="1"/>
          <p:nvPr/>
        </p:nvSpPr>
        <p:spPr>
          <a:xfrm>
            <a:off x="7543800" y="15544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 baris mart menjawab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543800" y="2240280"/>
            <a:ext cx="34290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9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Tanggal order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9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order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9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item yang dipesan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9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customer unik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543800" y="5029200"/>
            <a:ext cx="777240" cy="347472"/>
          </a:xfrm>
          <a:prstGeom prst="roundRect">
            <a:avLst>
              <a:gd name="adj" fmla="val 21053"/>
            </a:avLst>
          </a:prstGeom>
          <a:solidFill>
            <a:srgbClr val="FF6B5E"/>
          </a:solidFill>
          <a:ln w="12700">
            <a:solidFill>
              <a:srgbClr val="FF6B5E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543800" y="5038344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549640" y="4983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datamart.mart_daily_orders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nama schema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969264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Menjaga nama database ClickHouse tetap staging dan datamart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11109960" y="64282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777240" y="1508760"/>
            <a:ext cx="5852160" cy="3520440"/>
          </a:xfrm>
          <a:prstGeom prst="roundRect">
            <a:avLst>
              <a:gd name="adj" fmla="val 1039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96696" y="1673352"/>
            <a:ext cx="5413248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macro generate_schema_name(custom_schema_name, node) -%}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{%- if custom_schema_name is none -%}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{{ target.schema }}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{%- else -%}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{{ custom_schema_name | trim }}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{%- endif -%}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{%- endmacro %}</a:t>
            </a:r>
            <a:endParaRPr lang="en-US" sz="1380" dirty="0"/>
          </a:p>
        </p:txBody>
      </p:sp>
      <p:sp>
        <p:nvSpPr>
          <p:cNvPr id="8" name="Text 5"/>
          <p:cNvSpPr txBox="1"/>
          <p:nvPr/>
        </p:nvSpPr>
        <p:spPr>
          <a:xfrm>
            <a:off x="7406640" y="1737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Tanpa macro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7406640" y="23317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5D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default_staging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5D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default_datamart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7406640" y="3703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Dengan macro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7406640" y="429768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staging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datamart</a:t>
            </a:r>
            <a:endParaRPr lang="en-US" sz="1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Menjalankan dbt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969264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Debug, daftar model, build, lalu test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11109960" y="64282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777240" y="1417320"/>
            <a:ext cx="5257800" cy="3246120"/>
          </a:xfrm>
          <a:prstGeom prst="roundRect">
            <a:avLst>
              <a:gd name="adj" fmla="val 112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96696" y="1581912"/>
            <a:ext cx="4818888" cy="2916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pertemuan-5/dbt_project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dbt debug --profiles-dir 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dbt ls --profiles-dir 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dbt run --profiles-dir 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dbt test --profiles-dir 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629400" y="15087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yang diharapkan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629400" y="2240280"/>
            <a:ext cx="502920" cy="502920"/>
          </a:xfrm>
          <a:prstGeom prst="ellipse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629400" y="2240280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7342632" y="2221992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OK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7342632" y="2523744"/>
            <a:ext cx="3538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dbt debug menampilkan All checks passed.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629400" y="3474720"/>
            <a:ext cx="502920" cy="502920"/>
          </a:xfrm>
          <a:prstGeom prst="ellipse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629400" y="3474720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7342632" y="3456432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 model sukses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7342632" y="3758184"/>
            <a:ext cx="3538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stg_orders dan mart_daily_orders selesai dibuat.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629400" y="4709160"/>
            <a:ext cx="502920" cy="502920"/>
          </a:xfrm>
          <a:prstGeom prst="ellipse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629400" y="4709160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7342632" y="4690872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 test PASS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7342632" y="4992624"/>
            <a:ext cx="3538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dan not_null pada raw_orders.id.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Automasi dan verifikasi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969264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 command menjalankan Extract, Load, Transform, dan Test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11109960" y="64282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731520" y="1463040"/>
            <a:ext cx="5120640" cy="1554480"/>
          </a:xfrm>
          <a:prstGeom prst="roundRect">
            <a:avLst>
              <a:gd name="adj" fmla="val 2353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1627632"/>
            <a:ext cx="468172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+x pertemuan-5/run_pipeline.sh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./pertemuan-5/run_pipeline.sh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492240" y="14813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Hasil clean run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6492240" y="214884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2.020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6492240" y="27889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raw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75320" y="2148840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27889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entities raw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0" y="2148840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348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0" y="27889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baris mart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3977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 manual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777240" y="4480560"/>
            <a:ext cx="4754880" cy="1325880"/>
          </a:xfrm>
          <a:prstGeom prst="roundRect">
            <a:avLst>
              <a:gd name="adj" fmla="val 2759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96696" y="4645152"/>
            <a:ext cx="431596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true; do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./pertemuan-5/run_pipeline.sh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sleep 3600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D8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6492240" y="443484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5D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Gunakan Ctrl+C untuk berhenti. Loop ini hanya untuk simulasi kelas.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2179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mandiri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508760"/>
            <a:ext cx="54864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4F1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Tambahkan order_status_id pada extract dan schema raw_orders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4F1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Buat model dbt untuk menghitung order per status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4F1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Tambahkan satu data test yang relevan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4F1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Lampirkan output dbt test dan hasil query datamart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629400" y="1298448"/>
            <a:ext cx="4709160" cy="425196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86600" y="1737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Ringkasan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086600" y="251460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24871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9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dan Load ke tabel raw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086600" y="331012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config.yml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458200" y="328269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9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Daftar tabel yang diproses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086600" y="410565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458200" y="407822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9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Transformasi dan data test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5230368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A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 akhir: data raw berubah menjadi datamart yang teruji dan siap dianalisis.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11109960" y="64282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AFC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Nusacodes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5 — ETL Python dan dbt</dc:title>
  <dc:subject>Pertemuan 5 — ETL sederhana dengan Python dan transformasi dbt</dc:subject>
  <dc:creator>Nusacodes</dc:creator>
  <cp:lastModifiedBy>Nusacodes</cp:lastModifiedBy>
  <cp:revision>1</cp:revision>
  <dcterms:created xsi:type="dcterms:W3CDTF">2026-10-22T08:12:43Z</dcterms:created>
  <dcterms:modified xsi:type="dcterms:W3CDTF">2026-10-22T08:12:43Z</dcterms:modified>
</cp:coreProperties>
</file>